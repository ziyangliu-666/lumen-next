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today. You ask a research question; the lead agent, called lumen, searches arXiv and hands parts of the work to reader agents. On the right, the call tree grows as each reader starts and finishes, with what each one cost. Every step is visible while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backup slides at the end show the same runs,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question through the public API, with an API key, answered by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load test on the public server: the queue passes five jobs per worker, so KEDA adds a worker, and removes it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starts, we force-delete the worker, another worker takes its turns, and the question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real question, a real answer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deleted worker;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2026-10-21T07:29:15Z</dcterms:created>
  <dcterms:modified xsi:type="dcterms:W3CDTF">2026-10-21T07:29:15Z</dcterms:modified>
</cp:coreProperties>
</file>