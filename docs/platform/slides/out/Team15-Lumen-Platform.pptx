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Team 15. Lumen Platform is a platform on which teams of AI agents do research work. Everything we show runs on a public server; the address is on the slide. Every animation explains one part, and after it we show the real recording of the same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an AI for research. You ask one question; a lead agent plans the work and three readers work on it in parallel. Every step is recorded with its cost, under a cap of one dollar per account. Three findings and one answer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 platform. The seed is the engine every question needs: the tree of agents, the record of every step, and the cost cap. A producer publishes an agent. A consumer app gets an API key and asks with that agent. The scope is the six use cases of our proposal, all running on the public server; the literature watch app is about 210 lines, because the platform does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 from our proposal: ten person-days for each member, from 8 to 21 October. Architecture and the service contracts first, then each service, then autoscaling, the public API and the pipeline. Every part is built and runs on AWS. [TEAM TO FILL: the actual effort of each member, from the report section 2.3.]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we derived the bounded contexts. We took the words our users say in the six use cases, and grouped the words that belong together: a context ends where a word changes its meaning. Inside each context, the aggregate is what one transaction must keep consistent: a task tree rolls up its cost; a wallet never passes its cap without an approval. Each context became one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question crosses the contexts as domain events: question asked, turn queued, step recorded, spend recorded, approval needed when a step would pass the cap, and finding recorded. The contexts talk through ports, never through each other's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services: identity, project, session, worker and billing; Traefik is the gateway. Key decision: a turn goes to a worker on a durable RabbitMQ queue, not on a direct call. A slow model call never holds a web request, any worker can take any turn, and the autoscaler can watch the queue. Every step is saved in PostgreSQL and streamed to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lead waits for its readers, and a waiting lead keeps its worker. With one shared queue, two leads can take both workers, and their readers never start: a deadlock. So every worker has a slot for each level, fed by its own queue: lumen.turns.0, 1 and 2. The deepest level waits for nothing, so every question finishes.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k3s on one t3.medium in AWS Singapore, about 1.3 dollars a day. Only ports 22, 80 and 443 are open; the Kubernetes API is closed. Traefik is the gateway: it serves HTTPS with a Let's Encrypt certificate and routes each path to its service. Services call each other on /internal with a secret header, and /internal has no route from outside. Key decisions: k3s rather than EKS, so the same Helm chart runs on a laptop and on AWS; and HPA on CPU for the web services, KEDA on queue length for the workers.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PostgreSQL database; each context owns its tables, and the migration prefix shows the owner. An API key is stored only as its SHA-256 hash. A task points to its parent, so the tree and its cost roll-up are SQL. Money is numeric(12,6), and every total is a SUM in SQL. An approval is decided under SELECT FOR UPDATE, so a grant is used once. Turns in flight are in three durable RabbitMQ queues, and project files are on a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representative use case: the literature watch app asks a question with its API key and a chosen agent. The project service checks the key and its scope, writes the choice, and asks session to start. Session puts the first turn on lumen.turns.0. A worker takes it, puts the agent's instructions in front of the question, calls the model, and reports each step back to session over /internal. The kernel did not change: its Worker port got a queue adapter. Then the app reads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monorepo. Each member merges a branch into ass/platform. A push builds one image tagged with the commit SHA. The image goes to the server over SSH, k3s imports it, and helm upgrade replaces the pods.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push runs the tests, npm audit, CodeQL, a Trivy scan of the image, the Helm deploy, an OWASP ZAP scan of the live server, and a small k6 load. The image scan is a gate: in the first run it found five critical issues and stopped the deploy, so a vulnerable image never reached the server. We built a smaller platform image, and the next run went live in 12.5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 pipeline runs, from the GitHub command line: every job of one run, with its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our load test. Ten users ask without pause; one worker falls behind and the queue grows. Above five waiting jobs per worker, KEDA adds one: one to four workers in 49 seconds. 135 questions, median 6.1 seconds, none of the 1,040 requests failed. We run it live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job leaves the queue only when its worker says done. We force-delete a worker mid-question; its jobs go back to the queue, a new worker takes them, and the question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demo, about eight minutes, with deploy/k8s/demo.sh and LUMEN_URL set to the address on the slide. Before the load test, switch the workers to demo mode (gh workflow run platform-deploy.yml -f worker=demo), so the load costs nothing; switch back afterwards. If the network fails, the recordings on the previous slides show the same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We are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question through the public API, with an API key, answered by gpt-4.1-nano in under two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real-model load test: the queue reached 10 jobs per worker against the target of five, so KEDA added a worker, and removed it after the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question starts, we force-delete the worker, and the question still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services, PostgreSQL and RabbitMQ, and the autoscalers, from kubectl on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Architecting Scalable Systems  ·  Team 15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Lumen Platform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29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An AI for research,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built as a platform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He Rong  ·  Li Zhuoyang  ·  Liu Ziyang  ·  Lu Yi  ·  Peng Xujian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D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lumen.54-179-112-87.sslip.io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Overview  ·  What Lumen 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Lumen is an AI for research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tre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Overview  ·  Platform thinking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Producers, consumers, one platform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platform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Conduct  ·  Milestones and effort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We worked to the proposal's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milestone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Domain-driven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How we found the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deriv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Domain-driven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Five contexts, joined by events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context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Logical architecture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Five services, one queue of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ervice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Logical  ·  Key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One queue for each level of the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dept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Nodes and network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One public server on AWS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host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Persistence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The schema, by context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chema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Physical  ·  Detailed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Asking a question with a chosen agent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equen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Source and artifacts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From a branch to a running image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sour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Pipeline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Six checks around one deploy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DevOps  ·  Recorded on GitHub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The real runs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Scalability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Load grows, workers follow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/Users/rufus/lumen-next/.claude/worktrees/ass-platform/docs/platform/slides/out/sca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Availability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 worker dies; the question still ends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/Users/rufus/lumen-next/.claude/worktrees/ass-platform/docs/platform/slides/out/kil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Demo  ·  Live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Now, on the public server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37360"/>
            <a:ext cx="11091672" cy="868680"/>
          </a:xfrm>
          <a:prstGeom prst="rect">
            <a:avLst/>
          </a:prstGeom>
          <a:ln w="12700">
            <a:solidFill>
              <a:srgbClr val="4548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37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https://lumen.54-179-112-87.sslip.io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608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26080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Ask a question in the browser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8444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84448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Watch the tree grow, with its cost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42816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242816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Run the load test; watch the workers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9011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0118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The literature watch app asks through the API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5955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9DA3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559552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Open the last pipeline run on GitHub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9D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https://lumen.54-179-112-87.sslip.io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through the API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A real question, a real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ask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KEDA adds workers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sca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Killed for real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kil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DA3"/>
                </a:solidFill>
                <a:latin typeface="Switzer" pitchFamily="34" charset="0"/>
                <a:ea typeface="Switzer" pitchFamily="34" charset="-122"/>
                <a:cs typeface="Switzer" pitchFamily="34" charset="-120"/>
              </a:rPr>
              <a:t>Backup  ·  Recorded on the server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witzer Medium" pitchFamily="34" charset="0"/>
                <a:ea typeface="Switzer Medium" pitchFamily="34" charset="-122"/>
                <a:cs typeface="Switzer Medium" pitchFamily="34" charset="-120"/>
              </a:rPr>
              <a:t>Every service is running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5" name="Shape 3"/>
          <p:cNvSpPr/>
          <p:nvPr/>
        </p:nvSpPr>
        <p:spPr>
          <a:xfrm>
            <a:off x="2420112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6" name="Shape 4"/>
          <p:cNvSpPr/>
          <p:nvPr/>
        </p:nvSpPr>
        <p:spPr>
          <a:xfrm>
            <a:off x="4291584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7" name="Shape 5"/>
          <p:cNvSpPr/>
          <p:nvPr/>
        </p:nvSpPr>
        <p:spPr>
          <a:xfrm>
            <a:off x="6163056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8" name="Shape 6"/>
          <p:cNvSpPr/>
          <p:nvPr/>
        </p:nvSpPr>
        <p:spPr>
          <a:xfrm>
            <a:off x="8034528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6492240"/>
            <a:ext cx="1734312" cy="27432"/>
          </a:xfrm>
          <a:prstGeom prst="rect">
            <a:avLst/>
          </a:prstGeom>
          <a:solidFill>
            <a:srgbClr val="45484C"/>
          </a:solidFill>
          <a:ln/>
        </p:spPr>
      </p:sp>
      <p:pic>
        <p:nvPicPr>
          <p:cNvPr id="10" name="Image 0" descr="/Users/rufus/lumen-next/.claude/worktrees/ass-platform/docs/platform/slides/out/rec-pod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1672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Platform</dc:title>
  <dc:subject>PptxGenJS Presentation</dc:subject>
  <dc:creator>Team 15</dc:creator>
  <cp:lastModifiedBy>Team 15</cp:lastModifiedBy>
  <cp:revision>1</cp:revision>
  <dcterms:created xsi:type="dcterms:W3CDTF">2026-10-21T05:14:23Z</dcterms:created>
  <dcterms:modified xsi:type="dcterms:W3CDTF">2026-10-21T05:14:23Z</dcterms:modified>
</cp:coreProperties>
</file>