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We present Lumen Platform, following the order of the presentation outline.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an AI that does research. This is a real run, recorded today. You ask a research question; the lead agent, called lumen, searches arXiv and hands parts of the work to reader agents. On the right, the call tree grows as each reader starts and finishes, with what each one cost. Every step is visible while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 platform with two sides. Producers are agent authors: they publish an agent in the registry. Consumers ask questions, either from an app with an API key, like our literature watch, or as people in the web app. The seed is the run engine. It runs every question as a task tree, records each step with its cost, and stops at the account's budget cap. The consumer gets back the answer, the findings and the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scope: the six use cases of the proposal, all built and running on the public server. A producer publishes an agent and reads its usage. An app asks questions with a chosen agent, and the literature watch asks saved questions on a schedule. The account owner manages API keys and approves any step that would pass the cap. The operator reads usage for every account and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from our proposal: ten person-days for each member, from 8 to 21 October. Architecture and the service contracts first, then each service, then autoscaling, the public API and the pipeline. Each member spent about ten person-days, 80 hours, so 400 hours in total, as the proposal planned. Every part is built and runs on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shaped the logical design. First, we cut the five services along the slices that already existed, so each slice kept its ports and its tests. Second, a turn goes from session to the workers on a durable RabbitMQ queue, not a direct call. A slow model call never holds a web request, and if a worker dies, its turn stays on the queue for another worker. Third, only session writes the trace: workers report each step over /internal, so a worker that dies loses no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logical architecture has four tiers. Clients: the web app and the literature watch app. The edge: Traefik as the API gateway. Five services: identity, project, session, worker and billing. The data: PostgreSQL and RabbitMQ. Follow one question: the app calls the gateway, project opens a session, session puts a turn on a durable queue, any free worker takes it and runs the agent against the LLM, every step goes back to session and into PostgreSQL, and the app reads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the contexts from the use cases. We took the nouns our users say, grouped the ones that belong together, and each group became a bounded context with its aggregates. Session is the core domain: it owns the task tree and every step. The contexts talk through domain events: a question asked starts a session, a turn queued goes to execution, and every step recorded comes back to session. Spend recorded and approval needed go to billing, and finding recorded goes back to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contract, seven calls on the public API. A producer creates a key and publishes an agent. A consumer app lists the agents and asks a question with the one it chose, and gets a session id at once. The platform runs the question with the agent's instructions in front, and the app reads the answer, the findings and the cost. Producers and the operator read usage from the same API: sessions, cost, and the median time to rest per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physical architecture as a UML deployment diagram. One EC2 t3.medium in Singapore runs k3s; we chose k3s over EKS, so the same Helm chart runs on a laptop and on AWS. The security group opens 22, 80 and 443 only. Traefik ends HTTPS and routes to five service deployments; identity, project and billing scale on CPU with HPA, the worker scales on queue length with KEDA, and session runs one copy. PostgreSQL and RabbitMQ are StatefulSets with volumes. GitHub Actions deploys over SSH, and the worker calls the OpenAI API over HTTPS.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recording of the real server. kubectl runs on the server over SSH, because the Kubernetes API is not public. Five services, PostgreSQL and RabbitMQ, and the autoscalers: HPA on CPU for identity, project and billing, and KEDA on queue length for the 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lead turn keeps its worker slot while its readers run. With one shared queue, two questions are enough to fill both slots with waiting leads. Their readers then sit in the queue, and no worker is free to take them: that is a deadlock. So we gave each level of the task tree its own queue and its own slots on every worker; in the real system each worker has four slots per level. The leads wait in the level-0 slots, the readers run in the level-1 slots, and every question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use case A: a consumer asks a question with an agent that a producer published. The request comes through Traefik to the project service. The key guard checks the key, its rate and its scope, and then project asks session to open the session. Session puts the root turn on lumen.turns.0, and the client gets 201 at once. Any worker takes the turn. For each step it calls the model and posts the step to session, which writes it to PostgreSQL. The client then reads the answer with a GET. On the public host this took 4.9 seconds and cost one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use case on the public server, from the command line: POST /api/v1/questions with an API key, then GET /api/v1/questions/:id for the status, the cost and the answer from gpt-4.1-nano.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persistent data is in one PostgreSQL 16 database, and each context owns its own tables: the frames show the owner. Inside a context we use real foreign keys. Across contexts, a service keeps only the other context's id, so it does not depend on another team's schema. The task tree is one table with a parent link, so the cost roll-up and the usage queries are plain SQL. Money is numeric(12,6). Turns in flight are in RabbitMQ, not in the database, and the agents' files are on a 2Gi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one repository. main holds Lumen, and ass/platform is our integration branch. Each member works on one branch and merges it back through a pull request. Every push to ass/platform builds one image, tagged with the commit SHA, from deploy/k8s/Dockerfile. The pipeline copies that image to the EC2 host over SSH, imports it into k3s, and deploys it with helm upgrade, so there is no registry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push to ass/platform runs this pipeline. Tests, a dependency audit and CodeQL run in parallel. Only then does the deploy job build the image and scan it with Trivy. In our first run the gate found five critical CVEs and stopped the deploy, so the image never reached the host. That is the pipeline doing its job. We built a smaller platform image without Docker inside, and the next run passed every stage and was live in 12 minutes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pipeline runs, from the GitHub command line: the list of runs, and every job of one run with its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findings changed the design. First, one queue for all turns can deadlock, because parents hold every worker slot while their children wait behind them, so we gave each depth of the task tree its own queue. Second, the image scan stopped an image that carried Docker for Lumen's sandbox, and the platform does not need Docker, so we built a smaller platform image, patched at build. Third, KEDA's autoscaler waits five minutes before it scales down by default, and we set it to one minute, so the workers return to one soon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load test on the public host: ten users ask questions without pause. The bars are the jobs waiting in the queues, and the dashed line is KEDA's target of five jobs per worker. When the queue passes that line, KEDA adds a worker pod, and it went from one to four in 49 seconds. After the load stops, the queue empties, and a minute later KEDA scales back to one worker. All 135 questions finished with a median of 6.1 seconds, and none of the 1,040 requests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autoscaler on the public server: KEDA compares the jobs per worker with the target of five, and the worker replicas go up, then back down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Availability. A question starts, and we force-delete the worker that runs it. Its turn was not acknowledged, so RabbitMQ gives it to another worker, and the question still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eight minutes, with deploy/k8s/demo.sh and LUMEN_URL set to the address on the slide. Before the load test, switch the workers to the paced worker (gh workflow run platform-deploy.yml -f worker=demo), so the load costs nothing; switch back afterwards. If the network fails, the recorded slides before this one show the same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520440"/>
            <a:ext cx="10058400" cy="5486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An AI that does research, built as a scalable platform</a:t>
            </a:r>
            <a:endParaRPr lang="en-US" sz="2600" dirty="0"/>
          </a:p>
        </p:txBody>
      </p:sp>
      <p:sp>
        <p:nvSpPr>
          <p:cNvPr id="5" name="Text 3"/>
          <p:cNvSpPr txBox="1"/>
          <p:nvPr/>
        </p:nvSpPr>
        <p:spPr>
          <a:xfrm>
            <a:off x="731520" y="5212080"/>
            <a:ext cx="100584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100584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lumen.54-179-112-87.sslip.io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1a  ·  Context and business problem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Lumen is an AI that does research</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umen-at-wor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1b  ·  Platform thinking</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consumers, one platform</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latform.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1c  ·  Scope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use cases, all running</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usecas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2a  ·  2b  ·  Status, milestones and effort</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We worked to the proposal's plan</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mileston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decisions shape the services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cision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3b  ·  Logical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services behind one gateway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ogica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bounded contexts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contextmap.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Producers and consumers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How apps use the platform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interaction.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4b  ·  Physical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AWS node, one k3s cluster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ployment.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Every service is running</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od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Key architectural decision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queue for each level of the task tree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queu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Detailed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Asking a question with a chosen agent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quen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Recorded through the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same use case, for real</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as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4c  ·  Persistence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schema, by context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er.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5a  ·  Source and artifacts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From a branch to a running image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branch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DevOps pipeline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checks around one deploy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Recorded on GitHub</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real pipeline runs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5c  ·  Technical findings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we found, and what we changed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finding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Scalability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 as the queue grows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scaling.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 for real</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scal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Availability,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worker is deleted; the question still ends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kil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6a  ·  6b  ·  Live demo</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Now, on the public server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sp>
        <p:nvSpPr>
          <p:cNvPr id="10" name="Shape 8"/>
          <p:cNvSpPr/>
          <p:nvPr/>
        </p:nvSpPr>
        <p:spPr>
          <a:xfrm>
            <a:off x="548640" y="1737360"/>
            <a:ext cx="11091672" cy="868680"/>
          </a:xfrm>
          <a:prstGeom prst="rect">
            <a:avLst/>
          </a:prstGeom>
          <a:ln w="12700">
            <a:solidFill>
              <a:srgbClr val="45484C"/>
            </a:solidFill>
            <a:prstDash val="solid"/>
          </a:ln>
        </p:spPr>
      </p:sp>
      <p:sp>
        <p:nvSpPr>
          <p:cNvPr id="11" name="Text 9"/>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12" name="Text 10"/>
          <p:cNvSpPr txBox="1"/>
          <p:nvPr/>
        </p:nvSpPr>
        <p:spPr>
          <a:xfrm>
            <a:off x="548640" y="2926080"/>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3" name="Text 11"/>
          <p:cNvSpPr txBox="1"/>
          <p:nvPr/>
        </p:nvSpPr>
        <p:spPr>
          <a:xfrm>
            <a:off x="3017520" y="2926080"/>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ask a question in the browser; watch the call tree grow</a:t>
            </a:r>
            <a:endParaRPr lang="en-US" sz="2200" dirty="0"/>
          </a:p>
        </p:txBody>
      </p:sp>
      <p:sp>
        <p:nvSpPr>
          <p:cNvPr id="14" name="Text 12"/>
          <p:cNvSpPr txBox="1"/>
          <p:nvPr/>
        </p:nvSpPr>
        <p:spPr>
          <a:xfrm>
            <a:off x="548640" y="3584448"/>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5" name="Text 13"/>
          <p:cNvSpPr txBox="1"/>
          <p:nvPr/>
        </p:nvSpPr>
        <p:spPr>
          <a:xfrm>
            <a:off x="3017520" y="3584448"/>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the literature watch app asks through the API</a:t>
            </a:r>
            <a:endParaRPr lang="en-US" sz="2200" dirty="0"/>
          </a:p>
        </p:txBody>
      </p:sp>
      <p:sp>
        <p:nvSpPr>
          <p:cNvPr id="16" name="Text 14"/>
          <p:cNvSpPr txBox="1"/>
          <p:nvPr/>
        </p:nvSpPr>
        <p:spPr>
          <a:xfrm>
            <a:off x="548640" y="4242816"/>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Scalability</a:t>
            </a:r>
            <a:endParaRPr lang="en-US" sz="1800" dirty="0"/>
          </a:p>
        </p:txBody>
      </p:sp>
      <p:sp>
        <p:nvSpPr>
          <p:cNvPr id="17" name="Text 15"/>
          <p:cNvSpPr txBox="1"/>
          <p:nvPr/>
        </p:nvSpPr>
        <p:spPr>
          <a:xfrm>
            <a:off x="3017520" y="4242816"/>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run the k6 load test; watch KEDA add workers</a:t>
            </a:r>
            <a:endParaRPr lang="en-US" sz="2200" dirty="0"/>
          </a:p>
        </p:txBody>
      </p:sp>
      <p:sp>
        <p:nvSpPr>
          <p:cNvPr id="18" name="Text 16"/>
          <p:cNvSpPr txBox="1"/>
          <p:nvPr/>
        </p:nvSpPr>
        <p:spPr>
          <a:xfrm>
            <a:off x="548640" y="4901184"/>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Availability</a:t>
            </a:r>
            <a:endParaRPr lang="en-US" sz="1800" dirty="0"/>
          </a:p>
        </p:txBody>
      </p:sp>
      <p:sp>
        <p:nvSpPr>
          <p:cNvPr id="19" name="Text 17"/>
          <p:cNvSpPr txBox="1"/>
          <p:nvPr/>
        </p:nvSpPr>
        <p:spPr>
          <a:xfrm>
            <a:off x="3017520" y="4901184"/>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delete a worker during a question; it still ends</a:t>
            </a:r>
            <a:endParaRPr lang="en-US" sz="2200" dirty="0"/>
          </a:p>
        </p:txBody>
      </p:sp>
      <p:sp>
        <p:nvSpPr>
          <p:cNvPr id="20" name="Text 18"/>
          <p:cNvSpPr txBox="1"/>
          <p:nvPr/>
        </p:nvSpPr>
        <p:spPr>
          <a:xfrm>
            <a:off x="548640" y="5559552"/>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Maintainability</a:t>
            </a:r>
            <a:endParaRPr lang="en-US" sz="1800" dirty="0"/>
          </a:p>
        </p:txBody>
      </p:sp>
      <p:sp>
        <p:nvSpPr>
          <p:cNvPr id="21" name="Text 19"/>
          <p:cNvSpPr txBox="1"/>
          <p:nvPr/>
        </p:nvSpPr>
        <p:spPr>
          <a:xfrm>
            <a:off x="3017520" y="5559552"/>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open the last pipeline run on GitHub</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566160"/>
            <a:ext cx="100584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389120"/>
            <a:ext cx="100584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2026-10-21T12:49:22Z</dcterms:created>
  <dcterms:modified xsi:type="dcterms:W3CDTF">2026-10-21T12:49:22Z</dcterms:modified>
</cp:coreProperties>
</file>