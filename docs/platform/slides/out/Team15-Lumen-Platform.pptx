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 For this course, we turned Lumen into a platform: other apps can use the same research AI through one public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In the middle is the run engine. It takes the agent's instructions, runs each question as a call tree, records each step with its cost, and keeps the spend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each module of Lumen becomes a service, with its own entry point in the same image. AD-02 puts a durable queue between session and the workers, so a slow model call never holds a request, and any worker can take the next job. AD-04 makes session the only writer of the steps,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project passes the question to session, and session puts a job on the queue. A free worker runs it, and session saves each step. The proposal listed eight services. Traefik is the gateway, the live stream runs inside session, and the model client runs inside the worker, so five services remain, each with one purpose and its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Session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its own tables for each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agent holds its worker while it waits for its readers, and the readers wait for a free worker. The waits close into a cycle, so no question can finish. With a queue per level, each worker runs one job of each level. A reader no longer waits behind a lead, so the cycle breaks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UC2, a question asked with a chosen agent. Project checks the API key, session starts the question and puts the first job on the queue, and from that moment two lanes run at the same time. The app gets 201 at once and reads the answer whenever it likes, while a worker takes the job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job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With one queue for all jobs, the lead agents held every worker while their readers waited, so we made one queue per level of the call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a fixed delay in place of each model call, so it measures the platform's scaling and not the model. When more than 5 jobs wait per worker, KEDA adds a pod, and a new worker pod appears on the right as the cursor passes that moment. Four workers stop the queue from growing and then drain it. A minute after the load ends, KEDA removes the extra pods,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six minutes, with LUMEN_URL set to the address on the slide. The workers run the real model. For scalability, go back to the recorded load test (slides 22 and 23), then show kubectl get scaledobject,hpa -n lumen live.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for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Lumen does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and consumers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Use cases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Plan and effort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 decisions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Public API flow</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Physical architecture decisions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Deployment diagram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Pods on the server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Decision: one queue per tree level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UC2 sequence diagram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UC2 through the public API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Availability: deleting a worker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Database schema</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Branches and images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CI/CD pipeline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Pipeline runs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Technical findings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Scalability: load test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scaling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Live demo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watch app publishes its agent and asks; then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recorded load test, then KEDA live</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2026-10-23T08:41:52Z</dcterms:created>
  <dcterms:modified xsi:type="dcterms:W3CDTF">2026-10-23T08:41:52Z</dcterms:modified>
</cp:coreProperties>
</file>