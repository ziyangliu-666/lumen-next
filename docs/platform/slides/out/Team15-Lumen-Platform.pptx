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A producer, the agent author, publishes agents to the registry. A consumer asks: an app with its API key, or people who sign in to the web app. The seed is the run engine. It takes the agent's instructions, runs each question as a task tree, records each step with its cost, and keeps every step under the account's budget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UML use case diagram of the platform. We take one actor at a time, so each actor's use cases are clear. The producer publishes and reads usage. The literature watch app asks and watches. People in the web app manage keys and approve spend over the cap. The operator also reads usage. All six use cases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key decisions are shown as before and after. AD-01 does not write new services: each slice of main gets a new entry point in the same image. AD-02 puts a durable queue between session and the workers, so a slow model call never holds a request, and any worker can take a turn. AD-04 makes session the only writer of the trace,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and each dependency points down. The clients see one gateway, and the gateway routes to five services. Only Project and Worker call session's internal routes. At run time a question becomes a session, then a turn on the queue. A free worker runs it, and session saves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and the nouns that users say. Each context keeps its own aggregates. Each context talks to the others only through domain events, and each arrow shows who sends and who receives. Session comes last, because every event goes through it: it is the core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real calls on the public API v1, in the order they happen. First the producer creates an API key and publishes an agent. Then a consumer lists the agents, asks with one of them, and reads the answer, the findings and the cost. Last, the producer reads usage. Publish, list, ask and read all use one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side. The proposal put the chart on EKS; we run the same chart on k3s on one EC2 t3.medium, for about USD 1.3 a day, and the chart can still go to EKS. Two autoscalers watch two kinds of load: HPA adds identity, project and billing pods on CPU, and KEDA adds workers on queue length, because a worker waits on the model and its CPU stays low. One PostgreSQL with a frame per context lets one transaction write the step, its cost and the ledger entry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one AWS node, an EC2 t3.medium in Singapore. k3s runs inside it, and every service, PostgreSQL, RabbitMQ and KEDA run as pods inside k3s. Users reach it only over HTTPS on 443, through Traefik, which routes to the service pods. GitHub Actions deploys over SSH on 22, and only the worker pod talks to the OpenAI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AD-03 is about a deadlock that we found in design. With one shared queue, a lead keeps its slot while it waits for its readers, and the readers wait for a free slot. The waits close into a cycle, so no question can finish. A queue per level, with a slot per level, removes one edge of the cycle: the deepest level never waits, so the work always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question asked with a chosen agent. Project checks the API key, session opens and publishes the root turn, and from that moment two lanes run at the same time. The app gets 201 at once and reads the answer whenever it likes, while a worker takes the turn and runs its steps in a loop. Each step goes back to session, which saves it 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context owns its own tables in the one PostgreSQL database. Solid lines are foreign keys inside a context; dashed lines are ids that cross a context, with no foreign key, so a later split stays mechanical. The tasks table is the centre: its parent_id is the call tree, and each task has its steps, its findings and its ledger entries. The worker owns no tables; it reports every step to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ass/platform is our one integration branch; it left main on 19 October. It has 48 commits, and one short-lived branch came back through pull request #148. Every push builds one image tagged with its commit, copies it over SSH into k3s on the EC2 host, and helm puts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push to ass/platform starts the pipeline, and verify, SCA and SAST run at the same time. In the first run the Trivy gate found 5 critical CVEs in the image, so the deploy stopped before the host. The team built a smaller platform image without Docker, and the next run passed every stage, with DAST and a smoke load against the live address, in 12 min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three technical problems and fixed each one. One queue for all turns let leads hold every worker slot while their readers waited, so the queue became one queue per level of the task tree. The image with Docker inside failed the Trivy gate, and the smaller platform image passed. KEDA waits 300 s by default before it removes a worker; the chart sets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load test of 20 October, with the paced worker, so it measures the platform's scaling and not the model. When more than 5 jobs wait per worker, KEDA adds a pod, and you see the worker divide as the cursor passes that moment. Four workers stop the queue from growing and then drain it. A minute after the load ends, the extra pods merge back, and all 135 questions finished with no failed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question through the public API</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 the server: KEDA adds a worker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2026-10-22T07:25:05Z</dcterms:created>
  <dcterms:modified xsi:type="dcterms:W3CDTF">2026-10-22T07:25:05Z</dcterms:modified>
</cp:coreProperties>
</file>