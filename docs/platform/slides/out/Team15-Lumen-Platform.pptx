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 The business problem: every research team that uses agents builds the same parts again, a record of each step, a spending cap, sign-in and a live view. Lumen Platform builds these parts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The seed is the run engine. It takes the agent's instructions, runs each question as a task tree, records each step with its cost, and keeps every step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does not write new services: each slice of main gets a new entry point in the same image. AD-02 puts a durable queue between session and the workers, so a slow model call never holds a request, and any worker can take a turn. AD-04 makes session the only writer of the trace,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a question becomes a session, then a turn on the queue. A free worker runs it, and session saves each step. The proposal listed eight services. Traefik is the gateway, the live stream runs inside session, and the model client runs inside the worker, so five services remain, each with one job and its own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it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a frame per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keeps its slot while it waits for its readers, and the readers wait for a free slot. The waits close into a cycle, so no question can finish. A queue per level, with a slot per level, removes one edge of the cycle: the deepest level never waits,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UC2, a question asked with a chosen agent. Project checks the API key, session opens and publishes the root turn, and from that moment two lanes run at the same time. The app gets 201 at once and reads the answer whenever it likes, while a worker takes the turn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One queue for all turns let leads hold every worker slot while their readers waited, so the queue became one queue per level of the task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the paced worker, so it measures the platform's scaling and not the model. When more than 5 jobs wait per worker, KEDA adds a pod, and you see the worker divide as the cursor passes that moment. Four workers stop the queue from growing and then drain it. A minute after the load ends, the extra pods merge back,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six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question through the public API</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 the server: KEDA adds a worker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watch app publishes its agent and asks; then read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2026-10-22T11:51:30Z</dcterms:created>
  <dcterms:modified xsi:type="dcterms:W3CDTF">2026-10-22T11:51:30Z</dcterms:modified>
</cp:coreProperties>
</file>